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72" y="1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853C37-3421-07AF-B63F-A2F421F963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189ECC-1DBE-7CD2-352D-D98BD822D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3B8DF0-3856-E7A9-13F9-5296171D0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A6547-352D-4CD6-BA17-83A638BE6879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A5D4E4-0DB7-F806-2342-B12586CA7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2BB923-2FD5-78AE-9372-B1A40CABF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640-8A76-41EF-9E71-119C477FA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3724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174591-9F41-B80B-AEFF-3EFFCC42F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F10A63-AEA1-49B2-2329-BA0683BA3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E02D56-10A4-0B49-4BF6-E660FD7C4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A6547-352D-4CD6-BA17-83A638BE6879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1B0A0D-8423-2FFF-2295-434C659F1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E1F284-3D74-9F44-FEE9-E519EE461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640-8A76-41EF-9E71-119C477FA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6063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7C6642-CF11-B10D-3C8E-9D5986472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F63917-4C62-1F9A-8436-03C22774B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201017-ADFF-3FDF-A982-961464EFC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A6547-352D-4CD6-BA17-83A638BE6879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EE9BB8-5E84-9BA3-2BF9-AC7BAD4D6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665BEB-2319-F1BB-BA3C-16C003F8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640-8A76-41EF-9E71-119C477FA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885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0D7F50-0CF1-EDE0-173F-C6EC4A1B7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711A2B-3F33-F1D6-EE6E-FD9ED0B19D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EC3CA2-4E49-3BEE-1037-1582C50FE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3062D4-AA2C-85D5-AA92-2141B7C8B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A6547-352D-4CD6-BA17-83A638BE6879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5774AA-BF56-087E-420C-B3F5AF977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4188A1-B16D-A694-8D2D-55AC62A5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640-8A76-41EF-9E71-119C477FA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019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57B527-6D39-1538-A501-E2605E87C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4B927F-7115-14B8-1BC0-C0C08E365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D54AF4E-E28F-9495-1800-CE9FFD4D7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E123A66-2075-7B30-09B1-C02CC9790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0AFAA04-EF28-42DF-961D-2893FD48EB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4ADC9A2-FC10-E57F-74A2-05493C672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A6547-352D-4CD6-BA17-83A638BE6879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878E580-83FF-B542-F210-B4DF99991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69E499C-5458-CF60-C537-87E9A0807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640-8A76-41EF-9E71-119C477FA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7933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D721C4-8698-6026-6607-74CF917A5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2F2CF06-0FA8-3BEF-1859-0765C6480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A6547-352D-4CD6-BA17-83A638BE6879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E056DF8-D01F-F07B-8243-1BE0697B9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743E944-7726-39E0-C8BD-150B39F2A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640-8A76-41EF-9E71-119C477FA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1030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B9F2A44-0C2F-00E9-7EF0-EA339E194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A6547-352D-4CD6-BA17-83A638BE6879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62B767-B4B2-9ACD-5D71-D6F920C74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A6CABC-D7C2-55E6-148C-AC689C42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640-8A76-41EF-9E71-119C477FA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9591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11BF35-A69D-20AC-447D-5D0B5C7C3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678CB2-52D0-40F9-D912-C5C69108A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40F0B0F-175D-2A02-9A46-CFCD38273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BF4E81-9A3B-BCDE-4591-D2F873099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A6547-352D-4CD6-BA17-83A638BE6879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F1F923B-8312-E29A-8362-28BF00B44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3D4F41-427E-B526-6732-2AA27A60B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640-8A76-41EF-9E71-119C477FA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6765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0A342-9841-D316-2079-0DD979FBC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A557450-84DE-4EFB-F12F-E44E74E19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FCDC6C-5B49-F586-AC98-1652510CB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3222BB-F9E4-3BFD-E74C-E4E6D3BE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A6547-352D-4CD6-BA17-83A638BE6879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3EF221-C7F5-A134-CFEC-848D2EB7F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7CD581A-7C04-B9AD-D04A-74BD9C41B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640-8A76-41EF-9E71-119C477FA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1312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00AAA7-90DE-4B8B-7AE1-F8EDE665A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EFEDEDB-2FE4-D14B-09F0-45D39FF3B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BA796F-73FC-3B5B-FDB6-E048FAF23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A6547-352D-4CD6-BA17-83A638BE6879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1BE617-988D-BA10-5081-C3589A1F7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CF4F2E-41CB-E678-FB75-0B66ECEC0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640-8A76-41EF-9E71-119C477FA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834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77F400-A5D6-408C-65FE-FB65DDC46D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7413C2C-691C-340B-51F6-27E56C3B2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26B7-FE69-A622-1A9F-E22AE8AE8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A6547-352D-4CD6-BA17-83A638BE6879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F86271-4373-3C6D-0E51-D605AA03B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014CF6-022D-AED9-09B9-4CBA2D3D9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640-8A76-41EF-9E71-119C477FA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1380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C94950-0292-4E2C-60E4-58D4A7F68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35B70D-46AC-9AF4-0A1F-FF97C1B00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6EE8D5-9F7F-BEEB-BA75-34805425BA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A6547-352D-4CD6-BA17-83A638BE6879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0F2A74-75FB-F96E-B12D-A207D3CA4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024CE8-DFC7-43A3-A0CA-E3C89324F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35640-8A76-41EF-9E71-119C477FA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113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056DEC-BF1E-F91A-A5F7-7C2324483F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№1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505C973-2050-B469-D924-17EA5B93F4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336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C0370C-7E54-D516-5BFC-AB9EF0667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17" y="219619"/>
            <a:ext cx="5931183" cy="64187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B021A6-0698-686E-582A-0A0B54B21902}"/>
              </a:ext>
            </a:extLst>
          </p:cNvPr>
          <p:cNvSpPr txBox="1"/>
          <p:nvPr/>
        </p:nvSpPr>
        <p:spPr>
          <a:xfrm>
            <a:off x="6867728" y="1050587"/>
            <a:ext cx="47665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нового локального репозитория.</a:t>
            </a:r>
          </a:p>
        </p:txBody>
      </p:sp>
    </p:spTree>
    <p:extLst>
      <p:ext uri="{BB962C8B-B14F-4D97-AF65-F5344CB8AC3E}">
        <p14:creationId xmlns:p14="http://schemas.microsoft.com/office/powerpoint/2010/main" val="4110639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88C87-C869-7D20-7EFF-C279336C9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DE2784-D367-572F-A29E-1FC3F6683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09" y="237237"/>
            <a:ext cx="5870891" cy="63835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31CB08-B3FF-0610-9F31-A38B18256178}"/>
              </a:ext>
            </a:extLst>
          </p:cNvPr>
          <p:cNvSpPr txBox="1"/>
          <p:nvPr/>
        </p:nvSpPr>
        <p:spPr>
          <a:xfrm>
            <a:off x="6945548" y="654385"/>
            <a:ext cx="46157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2 текстовых файла, добавления их в репозиторий и создание первого коммита.</a:t>
            </a:r>
          </a:p>
        </p:txBody>
      </p:sp>
    </p:spTree>
    <p:extLst>
      <p:ext uri="{BB962C8B-B14F-4D97-AF65-F5344CB8AC3E}">
        <p14:creationId xmlns:p14="http://schemas.microsoft.com/office/powerpoint/2010/main" val="3921550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D58F6-A6C1-BBDE-A2C5-58B3F321B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AA37B2-AE1A-157D-3E69-2F1F589FA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70" y="196382"/>
            <a:ext cx="5951730" cy="64652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A419D5-6B77-BC48-9401-1D5EC846079B}"/>
              </a:ext>
            </a:extLst>
          </p:cNvPr>
          <p:cNvSpPr txBox="1"/>
          <p:nvPr/>
        </p:nvSpPr>
        <p:spPr>
          <a:xfrm>
            <a:off x="6692629" y="615474"/>
            <a:ext cx="44017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файла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gitignore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шаблоном для игнорирования.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16912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5CCDC-265B-5090-464F-6BC980794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EEA46D-276A-8EB6-6683-8C4D28E39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27" y="228600"/>
            <a:ext cx="5897573" cy="6400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7A58C9-3ACA-C0DD-8D80-E3FD1D1C9851}"/>
              </a:ext>
            </a:extLst>
          </p:cNvPr>
          <p:cNvSpPr txBox="1"/>
          <p:nvPr/>
        </p:nvSpPr>
        <p:spPr>
          <a:xfrm>
            <a:off x="6692628" y="459832"/>
            <a:ext cx="47519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одного из отслеживаемых файлов и сделанный второй коммит.</a:t>
            </a:r>
          </a:p>
        </p:txBody>
      </p:sp>
    </p:spTree>
    <p:extLst>
      <p:ext uri="{BB962C8B-B14F-4D97-AF65-F5344CB8AC3E}">
        <p14:creationId xmlns:p14="http://schemas.microsoft.com/office/powerpoint/2010/main" val="1316461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AF056-F4B5-CE05-458C-14CCD6EA2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0BBA06-267C-4273-3ACE-425686E3B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32" y="187402"/>
            <a:ext cx="5974466" cy="6483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A29E6A-4C20-F493-29C6-2198A5F5C947}"/>
              </a:ext>
            </a:extLst>
          </p:cNvPr>
          <p:cNvSpPr txBox="1"/>
          <p:nvPr/>
        </p:nvSpPr>
        <p:spPr>
          <a:xfrm>
            <a:off x="6712084" y="308998"/>
            <a:ext cx="49805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Возвращение в основную ветку и выполнение слияния.</a:t>
            </a:r>
          </a:p>
        </p:txBody>
      </p:sp>
    </p:spTree>
    <p:extLst>
      <p:ext uri="{BB962C8B-B14F-4D97-AF65-F5344CB8AC3E}">
        <p14:creationId xmlns:p14="http://schemas.microsoft.com/office/powerpoint/2010/main" val="626440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B6545-497A-CB99-D257-E6A7B44A3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260347-3F4F-2E1E-5E7D-13D2B2559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2" y="228600"/>
            <a:ext cx="5857738" cy="6400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2A21FB-0DAD-1935-FDA0-1B5F00296B12}"/>
              </a:ext>
            </a:extLst>
          </p:cNvPr>
          <p:cNvSpPr txBox="1"/>
          <p:nvPr/>
        </p:nvSpPr>
        <p:spPr>
          <a:xfrm>
            <a:off x="6520841" y="228600"/>
            <a:ext cx="54328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в основной ветке 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закоммитить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7202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A378C-EF58-89B7-4523-631902C1A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4092FA3-047C-21FC-99CF-42B3108C4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29" y="198201"/>
            <a:ext cx="5941699" cy="64615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E9E2F1-BBC7-1C76-2A59-5BB09E07AB55}"/>
              </a:ext>
            </a:extLst>
          </p:cNvPr>
          <p:cNvSpPr txBox="1"/>
          <p:nvPr/>
        </p:nvSpPr>
        <p:spPr>
          <a:xfrm>
            <a:off x="6720192" y="198201"/>
            <a:ext cx="51799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Переходим обратно в основную ветку, изменяем тот же файл и коммитим его.</a:t>
            </a:r>
          </a:p>
        </p:txBody>
      </p:sp>
    </p:spTree>
    <p:extLst>
      <p:ext uri="{BB962C8B-B14F-4D97-AF65-F5344CB8AC3E}">
        <p14:creationId xmlns:p14="http://schemas.microsoft.com/office/powerpoint/2010/main" val="1006350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E847B-6A73-776E-6E5D-13C7BC9CD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2005D75-90F6-AE67-E1E6-81CA0BEE9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84" y="180309"/>
            <a:ext cx="5946125" cy="64973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0CE6FD-4913-5C4A-9980-58103A4BCDE6}"/>
              </a:ext>
            </a:extLst>
          </p:cNvPr>
          <p:cNvSpPr txBox="1"/>
          <p:nvPr/>
        </p:nvSpPr>
        <p:spPr>
          <a:xfrm>
            <a:off x="6575898" y="180309"/>
            <a:ext cx="50632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Просматриваем историю коммитов с отображением ветвлений.</a:t>
            </a:r>
          </a:p>
        </p:txBody>
      </p:sp>
    </p:spTree>
    <p:extLst>
      <p:ext uri="{BB962C8B-B14F-4D97-AF65-F5344CB8AC3E}">
        <p14:creationId xmlns:p14="http://schemas.microsoft.com/office/powerpoint/2010/main" val="3340009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3DD73-3ADD-8911-FD37-8EDA5CA12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274348-D38B-994B-21D7-40A5CE188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53" y="368483"/>
            <a:ext cx="7996136" cy="61210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382CC6-4134-646C-5F5E-B10BAF3D1E60}"/>
              </a:ext>
            </a:extLst>
          </p:cNvPr>
          <p:cNvSpPr txBox="1"/>
          <p:nvPr/>
        </p:nvSpPr>
        <p:spPr>
          <a:xfrm>
            <a:off x="8385242" y="368483"/>
            <a:ext cx="26702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Создаём удалённый репозиторий и связываем его.</a:t>
            </a:r>
          </a:p>
        </p:txBody>
      </p:sp>
    </p:spTree>
    <p:extLst>
      <p:ext uri="{BB962C8B-B14F-4D97-AF65-F5344CB8AC3E}">
        <p14:creationId xmlns:p14="http://schemas.microsoft.com/office/powerpoint/2010/main" val="2977077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AE346-9459-6961-ADDD-89F583702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6660FAC-3F10-01E9-E0C8-6AD5E9D3E9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52" y="529632"/>
            <a:ext cx="7918649" cy="57987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6195FC-6DCF-5E4E-E8AD-77474B60E712}"/>
              </a:ext>
            </a:extLst>
          </p:cNvPr>
          <p:cNvSpPr txBox="1"/>
          <p:nvPr/>
        </p:nvSpPr>
        <p:spPr>
          <a:xfrm>
            <a:off x="8334984" y="529632"/>
            <a:ext cx="36624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создаём файл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README.MD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кратким описанием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2079865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620F3-E142-DC2F-E196-00DB17E7C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71801F-6246-F97B-8CF2-D387E29DF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97" y="339657"/>
            <a:ext cx="8451975" cy="61786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EFFE52-6B1B-7076-0341-F4C533097636}"/>
              </a:ext>
            </a:extLst>
          </p:cNvPr>
          <p:cNvSpPr txBox="1"/>
          <p:nvPr/>
        </p:nvSpPr>
        <p:spPr>
          <a:xfrm>
            <a:off x="8964040" y="339657"/>
            <a:ext cx="305286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локальном репозитории получаем изменения с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помощью команды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скачать файл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README.md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8921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116</Words>
  <Application>Microsoft Office PowerPoint</Application>
  <PresentationFormat>Широкоэкранный</PresentationFormat>
  <Paragraphs>12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Тема Office</vt:lpstr>
      <vt:lpstr>Лабораторная работа №1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Терминальный пользователь 42503</dc:creator>
  <cp:lastModifiedBy>Терминальный пользователь 42503</cp:lastModifiedBy>
  <cp:revision>3</cp:revision>
  <dcterms:created xsi:type="dcterms:W3CDTF">2026-09-18T10:21:19Z</dcterms:created>
  <dcterms:modified xsi:type="dcterms:W3CDTF">2026-09-18T10:42:34Z</dcterms:modified>
</cp:coreProperties>
</file>